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6" r:id="rId8"/>
    <p:sldId id="267" r:id="rId9"/>
    <p:sldId id="265" r:id="rId10"/>
  </p:sldIdLst>
  <p:sldSz cx="12192000" cy="6858000"/>
  <p:notesSz cx="7102475" cy="903732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39788" y="1130300"/>
            <a:ext cx="5422900" cy="30495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349363"/>
            <a:ext cx="5681980" cy="355857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D4DF-21A2-8343-9008-710997EFE372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73D6-3CEE-8F48-B559-8A1AAA479881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238AD-5BCA-FB4D-BB92-A9506EB125DE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14E3-1A4B-E147-9C43-AF22F573C146}" type="datetime1">
              <a:rPr lang="en-IN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FDD8-A8EC-434C-9DC5-9C830FFCBBBE}" type="datetime1">
              <a:rPr lang="en-IN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49A9-55B9-CC4B-9F14-A826BCB3F81D}" type="datetime1">
              <a:rPr lang="en-IN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B05C-DA09-D54E-BE90-A914E23C1D37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264A-0DD4-554E-9BAF-72F2B974B4C3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FDC3-8E95-594C-90F9-D4BFD51367E6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C79A-A4F9-4646-8C8F-7091881D2F89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1655-6176-8843-98F6-F743980649D1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D11-2585-D24D-93CA-1B3685649544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ACA4-A1C6-9F4F-978A-D3AE7141A61E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10E6-0672-C24B-8BA7-69AD3847874C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0737-B6DD-A042-B94C-464B3C8698F2}" type="datetime1">
              <a:rPr lang="en-IN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1E405-5A0A-8F4C-9EC6-8C8112FD4D9F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A86FA-D70B-B047-9EE8-E3556A998703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1702"/>
            <a:ext cx="10515600" cy="1128395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da-D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MACHINE LEARNING FOR TEXT ANALYTICS (</a:t>
            </a:r>
            <a:r>
              <a:rPr lang="en-US" sz="2400" b="1" cap="all" dirty="0">
                <a:solidFill>
                  <a:srgbClr val="00B050"/>
                </a:solidFill>
                <a:latin typeface="Calibri" panose="020F0502020204030204"/>
                <a:cs typeface="Poppins" panose="00000500000000000000" pitchFamily="2" charset="0"/>
                <a:sym typeface="BioRhyme ExtraBold"/>
              </a:rPr>
              <a:t>24ALT3101)</a:t>
            </a:r>
            <a:br>
              <a:rPr lang="en-US" sz="2400" b="1" cap="all" dirty="0">
                <a:solidFill>
                  <a:srgbClr val="00B050"/>
                </a:solidFill>
                <a:latin typeface="Calibri" panose="020F0502020204030204"/>
                <a:cs typeface="Poppins" panose="00000500000000000000" pitchFamily="2" charset="0"/>
                <a:sym typeface="BioRhyme ExtraBold"/>
              </a:rPr>
            </a:b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– 1</a:t>
            </a:r>
            <a:b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Aspect-Based Sentiment Analysis of Product Reviews</a:t>
            </a:r>
            <a:endParaRPr lang="en-US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1418" y="2097464"/>
            <a:ext cx="10515600" cy="96469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n-IN" sz="2000" b="1" dirty="0"/>
          </a:p>
          <a:p>
            <a:pPr marL="0" indent="0" algn="ctr">
              <a:buNone/>
            </a:pPr>
            <a:r>
              <a:rPr lang="en-IN" sz="2000" b="1" dirty="0"/>
              <a:t>Team No</a:t>
            </a:r>
            <a:r>
              <a:rPr lang="en-US" altLang="en-IN" sz="2000" b="1" dirty="0"/>
              <a:t>-12</a:t>
            </a:r>
            <a:endParaRPr lang="en-US" sz="2000" b="1" dirty="0"/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1400" b="1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23A7-D8E7-1742-AE5C-E3C19725FB52}" type="datetime1">
              <a:rPr lang="en-IN" smtClean="0"/>
            </a:fld>
            <a:endParaRPr lang="en-US"/>
          </a:p>
        </p:txBody>
      </p:sp>
      <p:sp>
        <p:nvSpPr>
          <p:cNvPr id="9" name="Content Placeholder 3"/>
          <p:cNvSpPr txBox="1"/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  <a:endParaRPr lang="en-US" sz="1800" b="1" dirty="0">
              <a:solidFill>
                <a:srgbClr val="C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/>
          <p:cNvSpPr txBox="1"/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chemeClr val="accent4"/>
                </a:solidFill>
              </a:rPr>
              <a:t>Department of Computer Science and Engineering</a:t>
            </a:r>
            <a:endParaRPr lang="en-US" sz="2400" b="1" dirty="0">
              <a:solidFill>
                <a:schemeClr val="accent4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312" y="4834502"/>
            <a:ext cx="2175809" cy="10326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graphicFrame>
        <p:nvGraphicFramePr>
          <p:cNvPr id="4" name="Table 3"/>
          <p:cNvGraphicFramePr/>
          <p:nvPr/>
        </p:nvGraphicFramePr>
        <p:xfrm>
          <a:off x="2583815" y="2928620"/>
          <a:ext cx="85344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/>
                <a:gridCol w="42672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sz="1800" dirty="0">
                          <a:sym typeface="+mn-ea"/>
                        </a:rPr>
                        <a:t>Roll No	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sz="1800" dirty="0">
                          <a:sym typeface="+mn-ea"/>
                        </a:rPr>
                        <a:t>Name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G.Anshika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2420030402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T.Siri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2420030390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M.Yeseshwini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2420090080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2   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Online product reviews contain valuable customer opinions about different features of a product. However, a single review may express different sentiments toward different aspects.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sentiment analysis classifies an entire review as positive, negative, or neutral, but it cannot identify which specific product feature the sentiment refers to. Aspect-Based Sentiment Analysis (ABSA) provides more detailed and actionable insights.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addresses the challenge of automatically identifying product aspects and determining the sentiment associated with each aspect from customer reviews.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Approach: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Transformer-based ABSA system using models such as BERT/RoBERTa is used to understand contextual information and generate aspect-sentiment pairs.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can be used for e-commerce review analysis, customer feedback analysis, product improvement, market research, and business decision-making.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dirty="0"/>
              <a:t> </a:t>
            </a:r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develop a Transformer-based system that can analyze product reviews at the aspect level and provide detailed customer insights.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and extract specific product aspects such as camera, battery, display, price, and performance from customer reviews.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classify the sentiment associated with each identified aspect as Positive, Negative, or Neutral using Transformer models such as BERT/RoBERTa.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performance of the proposed model using measurable metrics such as Accuracy, Precision, Recall, and F1-score.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meaningful aspect-sentiment insights that can help businesses identify product strengths, weaknesses, and areas for improvement.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ctr"/>
            <a:r>
              <a:rPr lang="en-US" b="1"/>
              <a:t>Proposed method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p>
            <a:pPr marL="342900" indent="-342900">
              <a:buAutoNum type="arabicPeriod"/>
            </a:pPr>
            <a:r>
              <a:rPr lang="en-US" altLang="en-US"/>
              <a:t>Data Collection – Collect product reviews from datasets such as SemEval-2014 ABSA and Amazon Product Reviews.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Data Preprocessing – Clean the review text by handling missing values, unnecessary characters, and other textual noise.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Tokenization – Convert the review text into tokens using the tokenizer associated with the selected Transformer model.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Transformer Encoding – Use a pre-trained BERT/RoBERTa/DistilBERT model to generate contextual representations of the review text.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Aspect Extraction – Identify product features or aspects mentioned in the review, such as camera, battery, display, price, and performance.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Sentiment Classification – Determine the sentiment associated with each extracted aspect as Positive, Negative, or Neutral.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Aspect-Sentiment Pair Generation – Produce results in the form of: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Camera Quality → Positive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Battery Life → Negative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8.    Model Evaluation – Evaluate the system using Accuracy, Precision, Recall, F1-score, and Confusion Matrix.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9.     Customer Insights – Aggregate the results to identify commonly praised features, frequent complaints, and potential areas for product improvement.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7A4DE8B-8D6B-8C46-B882-6A2CD2BC96F0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REVIEW – 1 / 2 / 3    173030211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ctr"/>
            <a:r>
              <a:rPr lang="en-US" b="1"/>
              <a:t>Conclusion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7810"/>
            <a:ext cx="10515600" cy="4649470"/>
          </a:xfrm>
        </p:spPr>
        <p:txBody>
          <a:bodyPr>
            <a:normAutofit fontScale="90000" lnSpcReduction="10000"/>
          </a:bodyPr>
          <a:p>
            <a:r>
              <a:rPr lang="en-US" altLang="en-US"/>
              <a:t>The proposed system performs fine-grained sentiment analysis by identifying product aspects and the sentiment associated with each aspect.</a:t>
            </a:r>
            <a:endParaRPr lang="en-US" altLang="en-US"/>
          </a:p>
          <a:p>
            <a:r>
              <a:rPr lang="en-US" altLang="en-US"/>
              <a:t>Transformer models such as BERT/RoBERTa help understand the contextual meaning of customer reviews.</a:t>
            </a:r>
            <a:endParaRPr lang="en-US" altLang="en-US"/>
          </a:p>
          <a:p>
            <a:r>
              <a:rPr lang="en-US" altLang="en-US"/>
              <a:t>The system generates meaningful aspect-sentiment pairs, such as Camera Quality → Positive and Battery Life → Negative.</a:t>
            </a:r>
            <a:endParaRPr lang="en-US" altLang="en-US"/>
          </a:p>
          <a:p>
            <a:r>
              <a:rPr lang="en-US" altLang="en-US"/>
              <a:t>It provides more detailed insights than traditional review-level sentiment analysis.</a:t>
            </a:r>
            <a:endParaRPr lang="en-US" altLang="en-US"/>
          </a:p>
          <a:p>
            <a:r>
              <a:rPr lang="en-US" altLang="en-US"/>
              <a:t>The system can help businesses identify customer preferences, product strengths, weaknesses, and areas for improvement.</a:t>
            </a:r>
            <a:endParaRPr lang="en-US" altLang="en-US"/>
          </a:p>
          <a:p>
            <a:r>
              <a:rPr lang="en-US" altLang="en-US"/>
              <a:t>Overall, the project demonstrates the effective application of NLP, Deep Learning, and Transformer technology for automated product review analysis.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7A4DE8B-8D6B-8C46-B882-6A2CD2BC96F0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REVIEW – 1 / 2 / 3    173030211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  <a:endParaRPr lang="en-IN" sz="44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9514-8A25-AD4E-B103-05AD99471A79}" type="datetime1">
              <a:rPr lang="en-IN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4060</Words>
  <Application>WPS Presentation</Application>
  <PresentationFormat>Widescreen</PresentationFormat>
  <Paragraphs>133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SimSun</vt:lpstr>
      <vt:lpstr>Wingdings</vt:lpstr>
      <vt:lpstr>Times New Roman</vt:lpstr>
      <vt:lpstr>Calibri</vt:lpstr>
      <vt:lpstr>Poppins</vt:lpstr>
      <vt:lpstr>Segoe Print</vt:lpstr>
      <vt:lpstr>BioRhyme ExtraBold</vt:lpstr>
      <vt:lpstr>Microsoft YaHei</vt:lpstr>
      <vt:lpstr>Arial Unicode MS</vt:lpstr>
      <vt:lpstr>Calibri Light</vt:lpstr>
      <vt:lpstr>Calibri</vt:lpstr>
      <vt:lpstr>Office Theme</vt:lpstr>
      <vt:lpstr>Custom Design</vt:lpstr>
      <vt:lpstr> APPLIED MACHINE LEARNING FOR TEXT ANALYTICS (24ALT3101) REVIEW – 1  Project Title</vt:lpstr>
      <vt:lpstr>OUTLINE</vt:lpstr>
      <vt:lpstr>Introduction</vt:lpstr>
      <vt:lpstr>Objectives 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– 1  Project Title</dc:title>
  <dc:creator>DELL</dc:creator>
  <cp:lastModifiedBy>Anshika</cp:lastModifiedBy>
  <cp:revision>4</cp:revision>
  <dcterms:created xsi:type="dcterms:W3CDTF">2026-08-18T08:30:18Z</dcterms:created>
  <dcterms:modified xsi:type="dcterms:W3CDTF">2026-08-18T08:44:52Z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5C2C353E05B1467BB2DFE82BC149FBEB_13</vt:lpwstr>
  </property>
</Properties>
</file>